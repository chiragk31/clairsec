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Calibri"/>
              </a:rPr>
              <a:t>MID-PROJECT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141B26"/>
                </a:solidFill>
                <a:latin typeface="Calibri"/>
              </a:rPr>
              <a:t>ClairSec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35808"/>
            <a:ext cx="9692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5A6675"/>
                </a:solidFill>
                <a:latin typeface="Calibri"/>
              </a:rPr>
              <a:t>An adversarial multi-agent platform that finds, fixes and verifies REST API vulnerabilities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14800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2628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41B26"/>
                </a:solidFill>
                <a:latin typeface="Calibri"/>
              </a:rPr>
              <a:t>Zaid Sayyed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1B26"/>
                </a:solidFill>
                <a:latin typeface="Calibri"/>
              </a:rPr>
              <a:t>Chirag Kadam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834640" cy="23774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228600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Builder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Attacker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Evaluator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Fixer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FEB"/>
                </a:solidFill>
                <a:latin typeface="Calibri"/>
              </a:rPr>
              <a:t>Verifier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The problem we set out to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6035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A6675"/>
                </a:solidFill>
                <a:latin typeface="Calibri"/>
              </a:rPr>
              <a:t>Most web applications today are collections of REST APIs. The security burden has moved to that API layer — and the most common flaw there is not a coding mistake a tool can pattern-match.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45536"/>
            <a:ext cx="82296" cy="82296"/>
          </a:xfrm>
          <a:prstGeom prst="roundRect">
            <a:avLst>
              <a:gd name="adj" fmla="val 6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3026664"/>
            <a:ext cx="5797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41B26"/>
                </a:solidFill>
                <a:latin typeface="Calibri"/>
              </a:rPr>
              <a:t>Broken authorization is #1.  </a:t>
            </a:r>
            <a:r>
              <a:rPr sz="1500">
                <a:solidFill>
                  <a:srgbClr val="5A6675"/>
                </a:solidFill>
                <a:latin typeface="Calibri"/>
              </a:rPr>
              <a:t>The top API risk is code that checks who you are, but forgets to check what you're allowed to touch.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986784"/>
            <a:ext cx="82296" cy="82296"/>
          </a:xfrm>
          <a:prstGeom prst="roundRect">
            <a:avLst>
              <a:gd name="adj" fmla="val 6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867912"/>
            <a:ext cx="5797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41B26"/>
                </a:solidFill>
                <a:latin typeface="Calibri"/>
              </a:rPr>
              <a:t>It looks completely normal.  </a:t>
            </a:r>
            <a:r>
              <a:rPr sz="1500">
                <a:solidFill>
                  <a:srgbClr val="5A6675"/>
                </a:solidFill>
                <a:latin typeface="Calibri"/>
              </a:rPr>
              <a:t>The request is valid, authenticated, passes a firewall, returns 200. Only the meaning is wrong.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28032"/>
            <a:ext cx="82296" cy="82296"/>
          </a:xfrm>
          <a:prstGeom prst="roundRect">
            <a:avLst>
              <a:gd name="adj" fmla="val 6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709160"/>
            <a:ext cx="5797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41B26"/>
                </a:solidFill>
                <a:latin typeface="Calibri"/>
              </a:rPr>
              <a:t>So scanners miss it.  </a:t>
            </a:r>
            <a:r>
              <a:rPr sz="1500">
                <a:solidFill>
                  <a:srgbClr val="5A6675"/>
                </a:solidFill>
                <a:latin typeface="Calibri"/>
              </a:rPr>
              <a:t>There is no signature for "this user shouldn't own this record" — it depends on the app's own data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691640"/>
            <a:ext cx="4114800" cy="32004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1874519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8C96A3"/>
                </a:solidFill>
                <a:latin typeface="Calibri"/>
              </a:rPr>
              <a:t>WHAT A VULNERABLE ENDPOINT LOOKS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28600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675"/>
                </a:solidFill>
                <a:latin typeface="Consolas"/>
              </a:rPr>
              <a:t>@app.get("/documents/{doc_id}")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675"/>
                </a:solidFill>
                <a:latin typeface="Consolas"/>
              </a:rPr>
              <a:t>def read(doc_id, user = Depends(auth)):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675"/>
                </a:solidFill>
                <a:latin typeface="Consolas"/>
              </a:rPr>
              <a:t>    doc = DOCUMENTS.get(doc_id)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CF222E"/>
                </a:solidFill>
                <a:latin typeface="Consolas"/>
              </a:rPr>
              <a:t>    # authenticated, but never checks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CF222E"/>
                </a:solidFill>
                <a:latin typeface="Consolas"/>
              </a:rPr>
              <a:t>    # whether this user owns the doc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675"/>
                </a:solidFill>
                <a:latin typeface="Consolas"/>
              </a:rPr>
              <a:t>    return 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16052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222E"/>
                </a:solidFill>
                <a:latin typeface="Calibri"/>
              </a:rPr>
              <a:t>Any logged-in user can read anyone's document.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Why the existing options fall short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3401568" cy="3108960"/>
          </a:xfrm>
          <a:prstGeom prst="roundRect">
            <a:avLst>
              <a:gd name="adj" fmla="val 6000"/>
            </a:avLst>
          </a:prstGeom>
          <a:solidFill>
            <a:srgbClr val="F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3401568" cy="6858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2852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F222E"/>
                </a:solidFill>
                <a:latin typeface="Calibri"/>
              </a:rPr>
              <a:t>Traditional scanners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14600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Reliable and repeatable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81528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But cannot reason about your app's ownership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48456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So authorization flaws slip through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3984" y="1691640"/>
            <a:ext cx="3401568" cy="3108960"/>
          </a:xfrm>
          <a:prstGeom prst="roundRect">
            <a:avLst>
              <a:gd name="adj" fmla="val 6000"/>
            </a:avLst>
          </a:prstGeom>
          <a:solidFill>
            <a:srgbClr val="FD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3984" y="1691640"/>
            <a:ext cx="3401568" cy="68580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1965960"/>
            <a:ext cx="2852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A6600"/>
                </a:solidFill>
                <a:latin typeface="Calibri"/>
              </a:rPr>
              <a:t>A single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2514600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Can read and reason about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4" y="3081528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But reports things that aren't really there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304" y="3648456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And confirms its own guesses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0728" y="1691640"/>
            <a:ext cx="3401568" cy="310896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0728" y="1691640"/>
            <a:ext cx="3401568" cy="685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8" y="1965960"/>
            <a:ext cx="2852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7F37"/>
                </a:solidFill>
                <a:latin typeface="Calibri"/>
              </a:rPr>
              <a:t>What we wanted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2514600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Reason like the AI approach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3081528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Prove it like a real attacker would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3648456"/>
            <a:ext cx="285292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Judge it with something independent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166360"/>
            <a:ext cx="10637215" cy="8686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321808"/>
            <a:ext cx="99971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6FEB"/>
                </a:solidFill>
                <a:latin typeface="Calibri"/>
              </a:rPr>
              <a:t>Our approach: never report a vulnerability the system hasn't actually exploited — and never let the agent that found it be the one that confirms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What ClairSec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675"/>
                </a:solidFill>
                <a:latin typeface="Calibri"/>
              </a:rPr>
              <a:t>You point it at a FastAPI project. It runs the app in a sealed container and puts five specialists to work on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43200"/>
            <a:ext cx="1975104" cy="16916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975104" cy="685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260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C96A3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20040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Builder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547872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Learns the API — routes, logins, who owns what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802636" y="3502152"/>
            <a:ext cx="310896" cy="237744"/>
          </a:xfrm>
          <a:prstGeom prst="rightArrow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54096" y="2743200"/>
            <a:ext cx="1975104" cy="16916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54096" y="2743200"/>
            <a:ext cx="1975104" cy="685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29260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C96A3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320040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Attacker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3547872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Actually attacks it, and records every request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079492" y="3502152"/>
            <a:ext cx="310896" cy="237744"/>
          </a:xfrm>
          <a:prstGeom prst="rightArrow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30952" y="2743200"/>
            <a:ext cx="1975104" cy="16916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0952" y="2743200"/>
            <a:ext cx="1975104" cy="685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5544" y="29260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C96A3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5544" y="320040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Evaluator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5544" y="3547872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Judges the evidence, independently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356348" y="3502152"/>
            <a:ext cx="310896" cy="237744"/>
          </a:xfrm>
          <a:prstGeom prst="rightArrow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07808" y="2743200"/>
            <a:ext cx="1975104" cy="16916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7808" y="2743200"/>
            <a:ext cx="1975104" cy="685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9260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C96A3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20040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Fixer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547872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Writes a patch for what was confirmed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633204" y="3502152"/>
            <a:ext cx="310896" cy="237744"/>
          </a:xfrm>
          <a:prstGeom prst="rightArrow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84664" y="2743200"/>
            <a:ext cx="1975104" cy="16916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4664" y="2743200"/>
            <a:ext cx="1975104" cy="685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9256" y="29260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C96A3"/>
                </a:solidFill>
                <a:latin typeface="Calibr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9256" y="320040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Verifier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49256" y="3547872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Re-attacks it, and checks nothing broke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92040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074920"/>
            <a:ext cx="99971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7F37"/>
                </a:solidFill>
                <a:latin typeface="Calibri"/>
              </a:rPr>
              <a:t>Throughout all of this, your original code is never touched. Every change happens inside an isolated copy.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KEY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The decision everything rests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41B26"/>
                </a:solidFill>
                <a:latin typeface="Calibri"/>
              </a:rPr>
              <a:t>An AI never decides whether a security test passed. Ordinary code does, by looking at what actually came back over HTTP.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97480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F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880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F222E"/>
                </a:solidFill>
                <a:latin typeface="Calibri"/>
              </a:rPr>
              <a:t>IF THE MODEL JUDGED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46120"/>
            <a:ext cx="4800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675"/>
                </a:solidFill>
                <a:latin typeface="Calibri"/>
              </a:rPr>
              <a:t>We would only be measuring whether the AI agrees with itself. It could confidently report a vulnerability that was never really there — and nothing in the system could catch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697480"/>
            <a:ext cx="4983480" cy="20574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9128" y="28803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1A7F37"/>
                </a:solidFill>
                <a:latin typeface="Calibri"/>
              </a:rPr>
              <a:t>HOW WE ACTUALLY DO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3246120"/>
            <a:ext cx="4434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675"/>
                </a:solidFill>
                <a:latin typeface="Calibri"/>
              </a:rPr>
              <a:t>User A asks for User B's document. If the reply is 200 and contains B's data, that's a real flaw. That check is plain code — same input, same answer,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074920"/>
            <a:ext cx="10637215" cy="9144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239512"/>
            <a:ext cx="99971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41B26"/>
                </a:solidFill>
                <a:latin typeface="Calibri"/>
              </a:rPr>
              <a:t>The AI is used where it's genuinely good — understanding code and writing fixes. It is kept away from deciding what counts as proof.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How it's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6766560" cy="10515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68580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37944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41B26"/>
                </a:solidFill>
                <a:latin typeface="Calibri"/>
              </a:rPr>
              <a:t>Desktop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2199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6FEB"/>
                </a:solidFill>
                <a:latin typeface="Consolas"/>
              </a:rPr>
              <a:t>Flutter · Dart · Riverpod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020824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What the user sees and clicks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26080"/>
            <a:ext cx="6766560" cy="10515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68580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72384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41B26"/>
                </a:solidFill>
                <a:latin typeface="Calibri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5643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6FEB"/>
                </a:solidFill>
                <a:latin typeface="Consolas"/>
              </a:rPr>
              <a:t>Python · FastAPI · MongoDB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255264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Runs the agents, owns all the logic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160520"/>
            <a:ext cx="6766560" cy="10515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160520"/>
            <a:ext cx="68580" cy="105156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306824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41B26"/>
                </a:solidFill>
                <a:latin typeface="Calibri"/>
              </a:rPr>
              <a:t>Isolation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7F37"/>
                </a:solidFill>
                <a:latin typeface="Consolas"/>
              </a:rPr>
              <a:t>Docker · internal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489704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Where the target app actually runs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691640"/>
            <a:ext cx="3337560" cy="333756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874519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SAFETY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286000"/>
            <a:ext cx="2834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Target runs with no network access 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999232"/>
            <a:ext cx="2834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No root, no writable filesystem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712464"/>
            <a:ext cx="2834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The AI can propose, never execute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425696"/>
            <a:ext cx="2834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Your source is never modified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How we know it actually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675"/>
                </a:solidFill>
                <a:latin typeface="Calibri"/>
              </a:rPr>
              <a:t>We built two versions of the same small API — so we can measure both what it catches and what it wrongly flags.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F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78892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CF222E"/>
                </a:solidFill>
                <a:latin typeface="Calibri"/>
              </a:rPr>
              <a:t>The vulnerable 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91840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3 flaws planted on purpose, recorded before any 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803904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Broken authorization · mass assignment · misconfiguration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315968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Every flaw has a script that proves it is exploitable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606040"/>
            <a:ext cx="4983480" cy="2286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78892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A7F37"/>
                </a:solidFill>
                <a:latin typeface="Calibri"/>
              </a:rPr>
              <a:t>The secure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3291840"/>
            <a:ext cx="4434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Same endpoints, same behaviour — but written correctly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3803904"/>
            <a:ext cx="4434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Anything reported here is a false alarm, by definition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4315968"/>
            <a:ext cx="4434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A6675"/>
                </a:solidFill>
                <a:latin typeface="Calibri"/>
              </a:rPr>
              <a:t>Without this, a tool could 'pass' by flagging everything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212080"/>
            <a:ext cx="10637215" cy="8229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367528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41B26"/>
                </a:solidFill>
                <a:latin typeface="Calibri"/>
              </a:rPr>
              <a:t>We wrote both applications ourselves so the AI could not have seen them, or their fixes, anywhere before.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Results so far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92808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F6FEB"/>
                </a:solidFill>
                <a:latin typeface="Calibri"/>
              </a:rPr>
              <a:t>3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4144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Planted flaws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2606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96A3"/>
                </a:solidFill>
                <a:latin typeface="Calibri"/>
              </a:rPr>
              <a:t>on the vulnerable 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9164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92808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A7F37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4144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False alarms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15768"/>
            <a:ext cx="2606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96A3"/>
                </a:solidFill>
                <a:latin typeface="Calibri"/>
              </a:rPr>
              <a:t>on the secure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69164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892808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A7F37"/>
                </a:solidFill>
                <a:latin typeface="Calibri"/>
              </a:rPr>
              <a:t>3 /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441448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Fixes 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715768"/>
            <a:ext cx="2606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96A3"/>
                </a:solidFill>
                <a:latin typeface="Calibri"/>
              </a:rPr>
              <a:t>attack blocked, app still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691640"/>
            <a:ext cx="2240280" cy="14630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892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F6FEB"/>
                </a:solidFill>
                <a:latin typeface="Calibri"/>
              </a:rPr>
              <a:t>~15s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441448"/>
            <a:ext cx="2240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Full 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715768"/>
            <a:ext cx="2240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96A3"/>
                </a:solidFill>
                <a:latin typeface="Calibri"/>
              </a:rPr>
              <a:t>after the first 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4290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C96A3"/>
                </a:solidFill>
                <a:latin typeface="Calibri"/>
              </a:rPr>
              <a:t>WHAT IT FOUND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794760"/>
            <a:ext cx="10637215" cy="566928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94106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B26"/>
                </a:solidFill>
                <a:latin typeface="Calibri"/>
              </a:rPr>
              <a:t>Broken object authorization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950208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onsolas"/>
              </a:rPr>
              <a:t>GET /documents/{doc_id}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95020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C96A3"/>
                </a:solidFill>
                <a:latin typeface="Consolas"/>
              </a:rPr>
              <a:t>CWE-639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3913632"/>
            <a:ext cx="1554480" cy="329184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3913632"/>
            <a:ext cx="1554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7F37"/>
                </a:solidFill>
                <a:latin typeface="Calibri"/>
              </a:rPr>
              <a:t>Fix verified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453128"/>
            <a:ext cx="10637215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5994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B26"/>
                </a:solidFill>
                <a:latin typeface="Calibri"/>
              </a:rPr>
              <a:t>Mass assignment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608576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onsolas"/>
              </a:rPr>
              <a:t>PUT /users/{user_id}/profile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460857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C96A3"/>
                </a:solidFill>
                <a:latin typeface="Consolas"/>
              </a:rPr>
              <a:t>CWE-915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64040" y="4572000"/>
            <a:ext cx="1554480" cy="329184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4040" y="4572000"/>
            <a:ext cx="1554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7F37"/>
                </a:solidFill>
                <a:latin typeface="Calibri"/>
              </a:rPr>
              <a:t>Fix verified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11496"/>
            <a:ext cx="10637215" cy="566928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3272" y="52578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B26"/>
                </a:solidFill>
                <a:latin typeface="Calibri"/>
              </a:rPr>
              <a:t>Security misconfiguration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5266944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onsolas"/>
              </a:rPr>
              <a:t>GET /debug/config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526694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C96A3"/>
                </a:solidFill>
                <a:latin typeface="Consolas"/>
              </a:rPr>
              <a:t>CWE-16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5230368"/>
            <a:ext cx="1554480" cy="329184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64040" y="5230368"/>
            <a:ext cx="1554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7F37"/>
                </a:solidFill>
                <a:latin typeface="Calibri"/>
              </a:rPr>
              <a:t>Fix verified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"Fixed" has to mean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675"/>
                </a:solidFill>
                <a:latin typeface="Calibri"/>
              </a:rPr>
              <a:t>Any tool can stop an attack by deleting the feature it targets. So we refuse to call a fix successful unless two things are true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43200"/>
            <a:ext cx="10637215" cy="896112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2990088"/>
            <a:ext cx="384048" cy="384048"/>
          </a:xfrm>
          <a:prstGeom prst="ellipse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900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862072"/>
            <a:ext cx="9326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The attack no longer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00400"/>
            <a:ext cx="9509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We rebuild the app with the patch and run the exact same attack again.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67328"/>
            <a:ext cx="10637215" cy="896112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014216"/>
            <a:ext cx="384048" cy="384048"/>
          </a:xfrm>
          <a:prstGeom prst="ellipse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01421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886200"/>
            <a:ext cx="9326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Nothing else broke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224528"/>
            <a:ext cx="9509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We run the app's own test suite. All 6 tests still pass — the feature still works for legitimate users.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791456"/>
            <a:ext cx="10637215" cy="896112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038344"/>
            <a:ext cx="384048" cy="384048"/>
          </a:xfrm>
          <a:prstGeom prst="ellipse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0383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910328"/>
            <a:ext cx="9326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It holds up to a variation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248656"/>
            <a:ext cx="9509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We try a modified version of the attack, to check we fixed the real weakness and not just one route to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870448"/>
            <a:ext cx="10637215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971032"/>
            <a:ext cx="999713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FEB"/>
                </a:solidFill>
                <a:latin typeface="Calibri"/>
              </a:rPr>
              <a:t>All three checks passed on all three fixes.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What it looks like to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2551176" cy="26517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78408" y="1901952"/>
            <a:ext cx="214884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6424" y="2048256"/>
            <a:ext cx="1179576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6424" y="2286000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06424" y="2523744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6424" y="2761488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3310128"/>
            <a:ext cx="2148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61188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Pick a project. One click puts it in a sealed container.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55848" y="2926080"/>
            <a:ext cx="310896" cy="237744"/>
          </a:xfrm>
          <a:prstGeom prst="rightArrow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2" y="1691640"/>
            <a:ext cx="2551176" cy="26517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94760" y="1901952"/>
            <a:ext cx="214884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2776" y="2048256"/>
            <a:ext cx="1179576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2776" y="2286000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22776" y="2523744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22776" y="2761488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60" y="3310128"/>
            <a:ext cx="2148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361188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Watch the five agents work through the pipeline.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172200" y="2926080"/>
            <a:ext cx="310896" cy="237744"/>
          </a:xfrm>
          <a:prstGeom prst="rightArrow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9944" y="1691640"/>
            <a:ext cx="2551176" cy="26517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11112" y="1901952"/>
            <a:ext cx="214884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39128" y="2048256"/>
            <a:ext cx="1179576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39128" y="2286000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39128" y="2523744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39128" y="2761488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11112" y="3310128"/>
            <a:ext cx="2148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Vulnerabilities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361188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Each finding with severity, endpoint and evidence.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988552" y="2926080"/>
            <a:ext cx="310896" cy="237744"/>
          </a:xfrm>
          <a:prstGeom prst="rightArrow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6296" y="1691640"/>
            <a:ext cx="2551176" cy="26517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27464" y="1901952"/>
            <a:ext cx="214884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55480" y="2048256"/>
            <a:ext cx="1179576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286000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23744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55480" y="2761488"/>
            <a:ext cx="1892808" cy="128016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27464" y="3310128"/>
            <a:ext cx="2148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1B26"/>
                </a:solidFill>
                <a:latin typeface="Calibri"/>
              </a:rPr>
              <a:t>Fix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27464" y="3611880"/>
            <a:ext cx="2148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5"/>
                </a:solidFill>
                <a:latin typeface="Calibri"/>
              </a:rPr>
              <a:t>The actual code change, side by side with the flaw.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846320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5029200"/>
            <a:ext cx="99971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1F6FEB"/>
                </a:solidFill>
                <a:latin typeface="Calibri"/>
              </a:rPr>
              <a:t>Replace this slide with your own screenshots before presenting — the Fix Review screen showing a real diff is the strongest one to show.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Where we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7F37"/>
                </a:solidFill>
                <a:latin typeface="Calibri"/>
              </a:rPr>
              <a:t>COMPLETED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852160" cy="47548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0370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37"/>
                </a:solidFill>
                <a:latin typeface="Calibri"/>
              </a:rPr>
              <a:t>Phase 0–2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220370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Setup, desktop app, project import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51760"/>
            <a:ext cx="5852160" cy="47548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5234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37"/>
                </a:solidFill>
                <a:latin typeface="Calibri"/>
              </a:rPr>
              <a:t>Phase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75234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Docker isolation and container lifecycle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00400"/>
            <a:ext cx="5852160" cy="47548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0098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37"/>
                </a:solidFill>
                <a:latin typeface="Calibri"/>
              </a:rPr>
              <a:t>Phase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30098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Builder agent and the whole AI layer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749040"/>
            <a:ext cx="5852160" cy="47548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84962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37"/>
                </a:solidFill>
                <a:latin typeface="Calibri"/>
              </a:rPr>
              <a:t>Phase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384962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Attacker agent and the deterministic checks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297680"/>
            <a:ext cx="5852160" cy="47548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39826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37"/>
                </a:solidFill>
                <a:latin typeface="Calibri"/>
              </a:rPr>
              <a:t>Phase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439826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Evaluator agent, severity scoring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846320"/>
            <a:ext cx="5852160" cy="47548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94690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37"/>
                </a:solidFill>
                <a:latin typeface="Calibri"/>
              </a:rPr>
              <a:t>Phase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94690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Fixer agent and patch 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94960"/>
            <a:ext cx="5852160" cy="47548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49554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37"/>
                </a:solidFill>
                <a:latin typeface="Calibri"/>
              </a:rPr>
              <a:t>Phase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49554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Re-testing and verification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169164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C96A3"/>
                </a:solidFill>
                <a:latin typeface="Calibri"/>
              </a:rPr>
              <a:t>STILL TO COME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06640" y="2103120"/>
            <a:ext cx="4023360" cy="475488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8" y="220370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C96A3"/>
                </a:solidFill>
                <a:latin typeface="Calibri"/>
              </a:rPr>
              <a:t>Phase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2203704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Live progress streaming in the UI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2651760"/>
            <a:ext cx="4023360" cy="475488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7808" y="275234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C96A3"/>
                </a:solidFill>
                <a:latin typeface="Calibri"/>
              </a:rPr>
              <a:t>Phase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752344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Exportable reports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200400"/>
            <a:ext cx="4023360" cy="475488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7808" y="330098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C96A3"/>
                </a:solidFill>
                <a:latin typeface="Calibri"/>
              </a:rPr>
              <a:t>Phase 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3300984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Full comparison study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06640" y="3886200"/>
            <a:ext cx="4023360" cy="16916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35240" y="40690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BUILT SO FAR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43484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171 automated tests, all passing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40" y="4818888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5 agents working end to 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5202936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16 specification documents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10637215" cy="9875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68580" cy="987552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2412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Isolation was harder than expected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Sealing the container off from the network also blocked our own health checks. We had to add a small proxy that sits on both sides.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07208"/>
            <a:ext cx="10637215" cy="9875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807208"/>
            <a:ext cx="68580" cy="987552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44368"/>
            <a:ext cx="102412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A convincing fix isn't always a good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918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Early on we only checked that the attack stopped working. Then we realised deleting the endpoint would 'pass' that test too.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922776"/>
            <a:ext cx="10637215" cy="9875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922776"/>
            <a:ext cx="68580" cy="987552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59936"/>
            <a:ext cx="102412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The AI had to be kept on a short leash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407408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We stopped letting it produce file paths or commands directly. It proposes; our code decides whether the proposal is allowed.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038344"/>
            <a:ext cx="10637215" cy="9875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038344"/>
            <a:ext cx="68580" cy="987552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175504"/>
            <a:ext cx="102412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Testing broke our own 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522976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Our test suite was overwriting the running app's login token. Small bug, but it cost us a lot of confusing debugging.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41B26"/>
                </a:solidFill>
                <a:latin typeface="Calibri"/>
              </a:rPr>
              <a:t>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10637215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47672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47672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EB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19656"/>
            <a:ext cx="9326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Live progress in the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48840"/>
            <a:ext cx="9509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Watch each agent work in real time instead of waiting for the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52344"/>
            <a:ext cx="10637215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08376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08376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E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880360"/>
            <a:ext cx="9326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Exportable reports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209544"/>
            <a:ext cx="9509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A document a developer can act on without opening our app.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13048"/>
            <a:ext cx="10637215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06908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6908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E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941064"/>
            <a:ext cx="9326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More vulnerability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270248"/>
            <a:ext cx="9509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We deliberately started with three we can prove. Next: server-side request forgery and rate-limit abuse.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873752"/>
            <a:ext cx="10637215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129784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129784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E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001768"/>
            <a:ext cx="9326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B26"/>
                </a:solidFill>
                <a:latin typeface="Calibri"/>
              </a:rPr>
              <a:t>The comparison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330952"/>
            <a:ext cx="9509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5"/>
                </a:solidFill>
                <a:latin typeface="Calibri"/>
              </a:rPr>
              <a:t>Measure our approach against a traditional scanner and a single-agent setup, on the same projects, with proper statistics.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41B26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17520"/>
            <a:ext cx="9326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A6675"/>
                </a:solidFill>
                <a:latin typeface="Calibri"/>
              </a:rPr>
              <a:t>A security tool is only useful if you can trust what it tells you. That is what we set out to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77639"/>
            <a:ext cx="822960" cy="320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41B26"/>
                </a:solidFill>
                <a:latin typeface="Calibri"/>
              </a:rPr>
              <a:t>Zaid Sayyed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1B26"/>
                </a:solidFill>
                <a:latin typeface="Calibri"/>
              </a:rPr>
              <a:t>Chirag Kadam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FEB"/>
                </a:solidFill>
                <a:latin typeface="Calibri"/>
              </a:rPr>
              <a:t>Questions welcome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C96A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